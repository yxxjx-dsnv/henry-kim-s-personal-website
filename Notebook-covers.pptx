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7772400" cy="1958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E8E8E8"/>
    <a:srgbClr val="CFCFCF"/>
    <a:srgbClr val="E6E6E6"/>
    <a:srgbClr val="EDEDED"/>
    <a:srgbClr val="D6D6D6"/>
    <a:srgbClr val="EBEBEB"/>
    <a:srgbClr val="E7E7E7"/>
    <a:srgbClr val="959595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8"/>
    <p:restoredTop sz="94673"/>
  </p:normalViewPr>
  <p:slideViewPr>
    <p:cSldViewPr snapToGrid="0">
      <p:cViewPr>
        <p:scale>
          <a:sx n="108" d="100"/>
          <a:sy n="108" d="100"/>
        </p:scale>
        <p:origin x="1416" y="2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3C007-040D-1C4B-A228-62DF1F0DDDB2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692400" y="1143000"/>
            <a:ext cx="12242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CAC6-9AE7-F342-962E-FB6CB6E82D1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8402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1pPr>
    <a:lvl2pPr marL="233477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2pPr>
    <a:lvl3pPr marL="466955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3pPr>
    <a:lvl4pPr marL="700433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4pPr>
    <a:lvl5pPr marL="933911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5pPr>
    <a:lvl6pPr marL="1167389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6pPr>
    <a:lvl7pPr marL="1400866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7pPr>
    <a:lvl8pPr marL="1634345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8pPr>
    <a:lvl9pPr marL="1867823" algn="l" defTabSz="466955" rtl="0" eaLnBrk="1" latinLnBrk="0" hangingPunct="1">
      <a:defRPr sz="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692400" y="1143000"/>
            <a:ext cx="12242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2CAC6-9AE7-F342-962E-FB6CB6E82D15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078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320601"/>
            <a:ext cx="5829300" cy="682014"/>
          </a:xfrm>
        </p:spPr>
        <p:txBody>
          <a:bodyPr anchor="b"/>
          <a:lstStyle>
            <a:lvl1pPr algn="ctr">
              <a:defRPr sz="17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1028916"/>
            <a:ext cx="5829300" cy="472965"/>
          </a:xfrm>
        </p:spPr>
        <p:txBody>
          <a:bodyPr/>
          <a:lstStyle>
            <a:lvl1pPr marL="0" indent="0" algn="ctr">
              <a:buNone/>
              <a:defRPr sz="685"/>
            </a:lvl1pPr>
            <a:lvl2pPr marL="130576" indent="0" algn="ctr">
              <a:buNone/>
              <a:defRPr sz="571"/>
            </a:lvl2pPr>
            <a:lvl3pPr marL="261153" indent="0" algn="ctr">
              <a:buNone/>
              <a:defRPr sz="514"/>
            </a:lvl3pPr>
            <a:lvl4pPr marL="391729" indent="0" algn="ctr">
              <a:buNone/>
              <a:defRPr sz="457"/>
            </a:lvl4pPr>
            <a:lvl5pPr marL="522305" indent="0" algn="ctr">
              <a:buNone/>
              <a:defRPr sz="457"/>
            </a:lvl5pPr>
            <a:lvl6pPr marL="652882" indent="0" algn="ctr">
              <a:buNone/>
              <a:defRPr sz="457"/>
            </a:lvl6pPr>
            <a:lvl7pPr marL="783458" indent="0" algn="ctr">
              <a:buNone/>
              <a:defRPr sz="457"/>
            </a:lvl7pPr>
            <a:lvl8pPr marL="914034" indent="0" algn="ctr">
              <a:buNone/>
              <a:defRPr sz="457"/>
            </a:lvl8pPr>
            <a:lvl9pPr marL="1044611" indent="0" algn="ctr">
              <a:buNone/>
              <a:defRPr sz="4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968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7018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4" y="488384"/>
            <a:ext cx="6703695" cy="814879"/>
          </a:xfrm>
        </p:spPr>
        <p:txBody>
          <a:bodyPr anchor="b"/>
          <a:lstStyle>
            <a:lvl1pPr>
              <a:defRPr sz="17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4" y="1310972"/>
            <a:ext cx="6703695" cy="428526"/>
          </a:xfrm>
        </p:spPr>
        <p:txBody>
          <a:bodyPr/>
          <a:lstStyle>
            <a:lvl1pPr marL="0" indent="0">
              <a:buNone/>
              <a:defRPr sz="685">
                <a:solidFill>
                  <a:schemeClr val="tx1">
                    <a:tint val="82000"/>
                  </a:schemeClr>
                </a:solidFill>
              </a:defRPr>
            </a:lvl1pPr>
            <a:lvl2pPr marL="130576" indent="0">
              <a:buNone/>
              <a:defRPr sz="571">
                <a:solidFill>
                  <a:schemeClr val="tx1">
                    <a:tint val="82000"/>
                  </a:schemeClr>
                </a:solidFill>
              </a:defRPr>
            </a:lvl2pPr>
            <a:lvl3pPr marL="261153" indent="0">
              <a:buNone/>
              <a:defRPr sz="514">
                <a:solidFill>
                  <a:schemeClr val="tx1">
                    <a:tint val="82000"/>
                  </a:schemeClr>
                </a:solidFill>
              </a:defRPr>
            </a:lvl3pPr>
            <a:lvl4pPr marL="391729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4pPr>
            <a:lvl5pPr marL="522305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5pPr>
            <a:lvl6pPr marL="652882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6pPr>
            <a:lvl7pPr marL="783458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7pPr>
            <a:lvl8pPr marL="914034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8pPr>
            <a:lvl9pPr marL="1044611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3613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521486"/>
            <a:ext cx="3303270" cy="1242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521486"/>
            <a:ext cx="3303270" cy="1242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914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104297"/>
            <a:ext cx="6703695" cy="3786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5" y="480221"/>
            <a:ext cx="3288089" cy="235349"/>
          </a:xfrm>
        </p:spPr>
        <p:txBody>
          <a:bodyPr anchor="b"/>
          <a:lstStyle>
            <a:lvl1pPr marL="0" indent="0">
              <a:buNone/>
              <a:defRPr sz="685" b="1"/>
            </a:lvl1pPr>
            <a:lvl2pPr marL="130576" indent="0">
              <a:buNone/>
              <a:defRPr sz="571" b="1"/>
            </a:lvl2pPr>
            <a:lvl3pPr marL="261153" indent="0">
              <a:buNone/>
              <a:defRPr sz="514" b="1"/>
            </a:lvl3pPr>
            <a:lvl4pPr marL="391729" indent="0">
              <a:buNone/>
              <a:defRPr sz="457" b="1"/>
            </a:lvl4pPr>
            <a:lvl5pPr marL="522305" indent="0">
              <a:buNone/>
              <a:defRPr sz="457" b="1"/>
            </a:lvl5pPr>
            <a:lvl6pPr marL="652882" indent="0">
              <a:buNone/>
              <a:defRPr sz="457" b="1"/>
            </a:lvl6pPr>
            <a:lvl7pPr marL="783458" indent="0">
              <a:buNone/>
              <a:defRPr sz="457" b="1"/>
            </a:lvl7pPr>
            <a:lvl8pPr marL="914034" indent="0">
              <a:buNone/>
              <a:defRPr sz="457" b="1"/>
            </a:lvl8pPr>
            <a:lvl9pPr marL="1044611" indent="0">
              <a:buNone/>
              <a:defRPr sz="4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5" y="715570"/>
            <a:ext cx="3288089" cy="1052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480221"/>
            <a:ext cx="3304282" cy="235349"/>
          </a:xfrm>
        </p:spPr>
        <p:txBody>
          <a:bodyPr anchor="b"/>
          <a:lstStyle>
            <a:lvl1pPr marL="0" indent="0">
              <a:buNone/>
              <a:defRPr sz="685" b="1"/>
            </a:lvl1pPr>
            <a:lvl2pPr marL="130576" indent="0">
              <a:buNone/>
              <a:defRPr sz="571" b="1"/>
            </a:lvl2pPr>
            <a:lvl3pPr marL="261153" indent="0">
              <a:buNone/>
              <a:defRPr sz="514" b="1"/>
            </a:lvl3pPr>
            <a:lvl4pPr marL="391729" indent="0">
              <a:buNone/>
              <a:defRPr sz="457" b="1"/>
            </a:lvl4pPr>
            <a:lvl5pPr marL="522305" indent="0">
              <a:buNone/>
              <a:defRPr sz="457" b="1"/>
            </a:lvl5pPr>
            <a:lvl6pPr marL="652882" indent="0">
              <a:buNone/>
              <a:defRPr sz="457" b="1"/>
            </a:lvl6pPr>
            <a:lvl7pPr marL="783458" indent="0">
              <a:buNone/>
              <a:defRPr sz="457" b="1"/>
            </a:lvl7pPr>
            <a:lvl8pPr marL="914034" indent="0">
              <a:buNone/>
              <a:defRPr sz="457" b="1"/>
            </a:lvl8pPr>
            <a:lvl9pPr marL="1044611" indent="0">
              <a:buNone/>
              <a:defRPr sz="4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715570"/>
            <a:ext cx="3304282" cy="1052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0373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230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6941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130598"/>
            <a:ext cx="2506801" cy="457094"/>
          </a:xfrm>
        </p:spPr>
        <p:txBody>
          <a:bodyPr anchor="b"/>
          <a:lstStyle>
            <a:lvl1pPr>
              <a:defRPr sz="9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282056"/>
            <a:ext cx="3934778" cy="1392142"/>
          </a:xfrm>
        </p:spPr>
        <p:txBody>
          <a:bodyPr/>
          <a:lstStyle>
            <a:lvl1pPr>
              <a:defRPr sz="914"/>
            </a:lvl1pPr>
            <a:lvl2pPr>
              <a:defRPr sz="800"/>
            </a:lvl2pPr>
            <a:lvl3pPr>
              <a:defRPr sz="685"/>
            </a:lvl3pPr>
            <a:lvl4pPr>
              <a:defRPr sz="571"/>
            </a:lvl4pPr>
            <a:lvl5pPr>
              <a:defRPr sz="571"/>
            </a:lvl5pPr>
            <a:lvl6pPr>
              <a:defRPr sz="571"/>
            </a:lvl6pPr>
            <a:lvl7pPr>
              <a:defRPr sz="571"/>
            </a:lvl7pPr>
            <a:lvl8pPr>
              <a:defRPr sz="571"/>
            </a:lvl8pPr>
            <a:lvl9pPr>
              <a:defRPr sz="5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587693"/>
            <a:ext cx="2506801" cy="1088773"/>
          </a:xfrm>
        </p:spPr>
        <p:txBody>
          <a:bodyPr/>
          <a:lstStyle>
            <a:lvl1pPr marL="0" indent="0">
              <a:buNone/>
              <a:defRPr sz="457"/>
            </a:lvl1pPr>
            <a:lvl2pPr marL="130576" indent="0">
              <a:buNone/>
              <a:defRPr sz="400"/>
            </a:lvl2pPr>
            <a:lvl3pPr marL="261153" indent="0">
              <a:buNone/>
              <a:defRPr sz="343"/>
            </a:lvl3pPr>
            <a:lvl4pPr marL="391729" indent="0">
              <a:buNone/>
              <a:defRPr sz="286"/>
            </a:lvl4pPr>
            <a:lvl5pPr marL="522305" indent="0">
              <a:buNone/>
              <a:defRPr sz="286"/>
            </a:lvl5pPr>
            <a:lvl6pPr marL="652882" indent="0">
              <a:buNone/>
              <a:defRPr sz="286"/>
            </a:lvl6pPr>
            <a:lvl7pPr marL="783458" indent="0">
              <a:buNone/>
              <a:defRPr sz="286"/>
            </a:lvl7pPr>
            <a:lvl8pPr marL="914034" indent="0">
              <a:buNone/>
              <a:defRPr sz="286"/>
            </a:lvl8pPr>
            <a:lvl9pPr marL="1044611" indent="0">
              <a:buNone/>
              <a:defRPr sz="2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2661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130598"/>
            <a:ext cx="2506801" cy="457094"/>
          </a:xfrm>
        </p:spPr>
        <p:txBody>
          <a:bodyPr anchor="b"/>
          <a:lstStyle>
            <a:lvl1pPr>
              <a:defRPr sz="9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282056"/>
            <a:ext cx="3934778" cy="1392142"/>
          </a:xfrm>
        </p:spPr>
        <p:txBody>
          <a:bodyPr anchor="t"/>
          <a:lstStyle>
            <a:lvl1pPr marL="0" indent="0">
              <a:buNone/>
              <a:defRPr sz="914"/>
            </a:lvl1pPr>
            <a:lvl2pPr marL="130576" indent="0">
              <a:buNone/>
              <a:defRPr sz="800"/>
            </a:lvl2pPr>
            <a:lvl3pPr marL="261153" indent="0">
              <a:buNone/>
              <a:defRPr sz="685"/>
            </a:lvl3pPr>
            <a:lvl4pPr marL="391729" indent="0">
              <a:buNone/>
              <a:defRPr sz="571"/>
            </a:lvl4pPr>
            <a:lvl5pPr marL="522305" indent="0">
              <a:buNone/>
              <a:defRPr sz="571"/>
            </a:lvl5pPr>
            <a:lvl6pPr marL="652882" indent="0">
              <a:buNone/>
              <a:defRPr sz="571"/>
            </a:lvl6pPr>
            <a:lvl7pPr marL="783458" indent="0">
              <a:buNone/>
              <a:defRPr sz="571"/>
            </a:lvl7pPr>
            <a:lvl8pPr marL="914034" indent="0">
              <a:buNone/>
              <a:defRPr sz="571"/>
            </a:lvl8pPr>
            <a:lvl9pPr marL="1044611" indent="0">
              <a:buNone/>
              <a:defRPr sz="5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587693"/>
            <a:ext cx="2506801" cy="1088773"/>
          </a:xfrm>
        </p:spPr>
        <p:txBody>
          <a:bodyPr/>
          <a:lstStyle>
            <a:lvl1pPr marL="0" indent="0">
              <a:buNone/>
              <a:defRPr sz="457"/>
            </a:lvl1pPr>
            <a:lvl2pPr marL="130576" indent="0">
              <a:buNone/>
              <a:defRPr sz="400"/>
            </a:lvl2pPr>
            <a:lvl3pPr marL="261153" indent="0">
              <a:buNone/>
              <a:defRPr sz="343"/>
            </a:lvl3pPr>
            <a:lvl4pPr marL="391729" indent="0">
              <a:buNone/>
              <a:defRPr sz="286"/>
            </a:lvl4pPr>
            <a:lvl5pPr marL="522305" indent="0">
              <a:buNone/>
              <a:defRPr sz="286"/>
            </a:lvl5pPr>
            <a:lvl6pPr marL="652882" indent="0">
              <a:buNone/>
              <a:defRPr sz="286"/>
            </a:lvl6pPr>
            <a:lvl7pPr marL="783458" indent="0">
              <a:buNone/>
              <a:defRPr sz="286"/>
            </a:lvl7pPr>
            <a:lvl8pPr marL="914034" indent="0">
              <a:buNone/>
              <a:defRPr sz="286"/>
            </a:lvl8pPr>
            <a:lvl9pPr marL="1044611" indent="0">
              <a:buNone/>
              <a:defRPr sz="2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0300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1756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104297"/>
            <a:ext cx="1675924" cy="16601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104297"/>
            <a:ext cx="4930616" cy="16601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709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104297"/>
            <a:ext cx="6703695" cy="378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521486"/>
            <a:ext cx="6703695" cy="1242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1815680"/>
            <a:ext cx="1748790" cy="1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E3D73-DA63-694D-BA4B-8B3CC76BCDA7}" type="datetimeFigureOut">
              <a:rPr lang="en-KR" smtClean="0"/>
              <a:t>12/23/25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1815680"/>
            <a:ext cx="2623185" cy="1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1815680"/>
            <a:ext cx="1748790" cy="1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471C3-6AB2-0143-B36F-44F2A8B5159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5058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1153" rtl="0" eaLnBrk="1" latinLnBrk="0" hangingPunct="1">
        <a:lnSpc>
          <a:spcPct val="90000"/>
        </a:lnSpc>
        <a:spcBef>
          <a:spcPct val="0"/>
        </a:spcBef>
        <a:buNone/>
        <a:defRPr sz="12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288" indent="-65288" algn="l" defTabSz="261153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195864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685" kern="1200">
          <a:solidFill>
            <a:schemeClr val="tx1"/>
          </a:solidFill>
          <a:latin typeface="+mn-lt"/>
          <a:ea typeface="+mn-ea"/>
          <a:cs typeface="+mn-cs"/>
        </a:defRPr>
      </a:lvl2pPr>
      <a:lvl3pPr marL="326441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71" kern="1200">
          <a:solidFill>
            <a:schemeClr val="tx1"/>
          </a:solidFill>
          <a:latin typeface="+mn-lt"/>
          <a:ea typeface="+mn-ea"/>
          <a:cs typeface="+mn-cs"/>
        </a:defRPr>
      </a:lvl3pPr>
      <a:lvl4pPr marL="457017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4pPr>
      <a:lvl5pPr marL="587593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5pPr>
      <a:lvl6pPr marL="718170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6pPr>
      <a:lvl7pPr marL="848746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7pPr>
      <a:lvl8pPr marL="979322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8pPr>
      <a:lvl9pPr marL="1109899" indent="-65288" algn="l" defTabSz="261153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sz="5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1pPr>
      <a:lvl2pPr marL="130576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2pPr>
      <a:lvl3pPr marL="261153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3pPr>
      <a:lvl4pPr marL="391729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4pPr>
      <a:lvl5pPr marL="522305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5pPr>
      <a:lvl6pPr marL="652882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6pPr>
      <a:lvl7pPr marL="783458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7pPr>
      <a:lvl8pPr marL="914034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8pPr>
      <a:lvl9pPr marL="1044611" algn="l" defTabSz="261153" rtl="0" eaLnBrk="1" latinLnBrk="0" hangingPunct="1">
        <a:defRPr sz="5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5428258-D7C9-2CA9-FE5E-0B0A12C112D5}"/>
              </a:ext>
            </a:extLst>
          </p:cNvPr>
          <p:cNvGrpSpPr/>
          <p:nvPr/>
        </p:nvGrpSpPr>
        <p:grpSpPr>
          <a:xfrm>
            <a:off x="0" y="0"/>
            <a:ext cx="7772400" cy="1958401"/>
            <a:chOff x="0" y="2362775"/>
            <a:chExt cx="7765875" cy="19584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CB5440-9F98-71AD-DD70-9CDBF77C98E5}"/>
                </a:ext>
              </a:extLst>
            </p:cNvPr>
            <p:cNvSpPr/>
            <p:nvPr/>
          </p:nvSpPr>
          <p:spPr>
            <a:xfrm>
              <a:off x="0" y="2362775"/>
              <a:ext cx="1563678" cy="1958400"/>
            </a:xfrm>
            <a:prstGeom prst="rect">
              <a:avLst/>
            </a:prstGeom>
            <a:gradFill flip="none" rotWithShape="1">
              <a:gsLst>
                <a:gs pos="0">
                  <a:srgbClr val="EDEDED"/>
                </a:gs>
                <a:gs pos="9000">
                  <a:srgbClr val="EDEDED"/>
                </a:gs>
                <a:gs pos="95000">
                  <a:srgbClr val="EDEDED"/>
                </a:gs>
                <a:gs pos="99000">
                  <a:srgbClr val="D8D8D8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</a:endParaRP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Book Antiqua" panose="02040602050305030304" pitchFamily="18" charset="0"/>
                  <a:cs typeface="Arial" panose="020B0604020202020204" pitchFamily="34" charset="0"/>
                </a:rPr>
                <a:t>Notebook</a:t>
              </a: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r>
                <a:rPr 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Book Antiqua" panose="02040602050305030304" pitchFamily="18" charset="0"/>
                  <a:cs typeface="Arial" panose="020B0604020202020204" pitchFamily="34" charset="0"/>
                </a:rPr>
                <a:t>Henry Kim</a:t>
              </a: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  <a:p>
              <a:pPr algn="ctr"/>
              <a:endParaRPr lang="en-US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D3FCAA-F77D-C346-7CFC-784ABF2FBE66}"/>
                </a:ext>
              </a:extLst>
            </p:cNvPr>
            <p:cNvSpPr/>
            <p:nvPr/>
          </p:nvSpPr>
          <p:spPr>
            <a:xfrm>
              <a:off x="1562532" y="2362775"/>
              <a:ext cx="1503643" cy="1958400"/>
            </a:xfrm>
            <a:prstGeom prst="rect">
              <a:avLst/>
            </a:prstGeom>
            <a:gradFill>
              <a:gsLst>
                <a:gs pos="0">
                  <a:srgbClr val="D9D9D9"/>
                </a:gs>
                <a:gs pos="5000">
                  <a:srgbClr val="EDEDED"/>
                </a:gs>
                <a:gs pos="83000">
                  <a:srgbClr val="EDEDED"/>
                </a:gs>
                <a:gs pos="100000">
                  <a:srgbClr val="EDEDED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63D29A-19E3-2CC4-E26A-76E6FC9690A6}"/>
                </a:ext>
              </a:extLst>
            </p:cNvPr>
            <p:cNvSpPr/>
            <p:nvPr/>
          </p:nvSpPr>
          <p:spPr>
            <a:xfrm>
              <a:off x="4698554" y="2362775"/>
              <a:ext cx="1567778" cy="1958400"/>
            </a:xfrm>
            <a:prstGeom prst="rect">
              <a:avLst/>
            </a:prstGeom>
            <a:gradFill>
              <a:gsLst>
                <a:gs pos="100000">
                  <a:srgbClr val="EBEBEB"/>
                </a:gs>
                <a:gs pos="100000">
                  <a:srgbClr val="D9D9D9"/>
                </a:gs>
                <a:gs pos="4000">
                  <a:srgbClr val="EDEDED"/>
                </a:gs>
                <a:gs pos="0">
                  <a:srgbClr val="D6D6D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David" panose="020E0502060401010101" pitchFamily="34" charset="-79"/>
                  <a:cs typeface="David" panose="020E0502060401010101" pitchFamily="34" charset="-79"/>
                </a:rPr>
                <a:t>Love</a:t>
              </a:r>
            </a:p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  <a:latin typeface="Lucida Calligraphy" panose="03010101010101010101" pitchFamily="66" charset="77"/>
                </a:rPr>
                <a:t>사랑</a:t>
              </a:r>
            </a:p>
            <a:p>
              <a:pPr algn="ctr"/>
              <a:r>
                <a:rPr lang="ko-KR" altLang="en-US" sz="1400" dirty="0" err="1">
                  <a:solidFill>
                    <a:schemeClr val="bg2">
                      <a:lumMod val="25000"/>
                    </a:schemeClr>
                  </a:solidFill>
                  <a:latin typeface="Lucida Calligraphy" panose="03010101010101010101" pitchFamily="66" charset="77"/>
                </a:rPr>
                <a:t>爱</a:t>
              </a:r>
              <a:endParaRPr lang="en-US" altLang="ko-KR" sz="1400" dirty="0">
                <a:solidFill>
                  <a:schemeClr val="bg2">
                    <a:lumMod val="25000"/>
                  </a:schemeClr>
                </a:solidFill>
                <a:latin typeface="Lucida Calligraphy" panose="03010101010101010101" pitchFamily="66" charset="77"/>
              </a:endParaRPr>
            </a:p>
            <a:p>
              <a:pPr algn="ctr"/>
              <a:r>
                <a:rPr lang="en-US" sz="1400" dirty="0">
                  <a:solidFill>
                    <a:schemeClr val="bg2">
                      <a:lumMod val="25000"/>
                    </a:schemeClr>
                  </a:solidFill>
                  <a:latin typeface="Lucida Calligraphy" panose="03010101010101010101" pitchFamily="66" charset="77"/>
                </a:rPr>
                <a:t>Amor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  <a:latin typeface="Lucida Calligraphy" panose="03010101010101010101" pitchFamily="66" charset="77"/>
              </a:endParaRPr>
            </a:p>
            <a:p>
              <a:pPr algn="ctr"/>
              <a:r>
                <a:rPr lang="az-Cyrl-AZ" sz="1400" dirty="0">
                  <a:solidFill>
                    <a:schemeClr val="bg2">
                      <a:lumMod val="25000"/>
                    </a:schemeClr>
                  </a:solidFill>
                  <a:latin typeface="Book Antiqua" panose="02040602050305030304" pitchFamily="18" charset="0"/>
                </a:rPr>
                <a:t>Любовь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  <a:latin typeface="Lucida Calligraphy" panose="03010101010101010101" pitchFamily="66" charset="77"/>
              </a:endParaRPr>
            </a:p>
            <a:p>
              <a:pPr algn="ctr"/>
              <a:r>
                <a:rPr lang="el-GR" sz="1400" dirty="0">
                  <a:solidFill>
                    <a:schemeClr val="bg2">
                      <a:lumMod val="25000"/>
                    </a:schemeClr>
                  </a:solidFill>
                  <a:latin typeface="Book Antiqua" panose="02040602050305030304" pitchFamily="18" charset="0"/>
                </a:rPr>
                <a:t>Αγάπη</a:t>
              </a:r>
              <a:endParaRPr lang="az-Cyrl-AZ" sz="1400" dirty="0">
                <a:solidFill>
                  <a:schemeClr val="bg2">
                    <a:lumMod val="25000"/>
                  </a:schemeClr>
                </a:solidFill>
                <a:latin typeface="Book Antiqua" panose="02040602050305030304" pitchFamily="18" charset="0"/>
              </a:endParaRPr>
            </a:p>
            <a:p>
              <a:pPr algn="ctr"/>
              <a:r>
                <a:rPr lang="ar-AE" sz="1400" dirty="0">
                  <a:solidFill>
                    <a:schemeClr val="bg2">
                      <a:lumMod val="25000"/>
                    </a:schemeClr>
                  </a:solidFill>
                  <a:latin typeface="Lucida Calligraphy" panose="03010101010101010101" pitchFamily="66" charset="77"/>
                </a:rPr>
                <a:t>حب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  <a:latin typeface="Lucida Calligraphy" panose="03010101010101010101" pitchFamily="66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ECA6C2-A9A9-78BA-2A84-BA4A7D751F96}"/>
                </a:ext>
              </a:extLst>
            </p:cNvPr>
            <p:cNvSpPr/>
            <p:nvPr/>
          </p:nvSpPr>
          <p:spPr>
            <a:xfrm>
              <a:off x="3062895" y="2362775"/>
              <a:ext cx="125999" cy="1958400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7D93A3-EE8C-0CCF-0244-125644AC54F6}"/>
                </a:ext>
              </a:extLst>
            </p:cNvPr>
            <p:cNvSpPr/>
            <p:nvPr/>
          </p:nvSpPr>
          <p:spPr>
            <a:xfrm>
              <a:off x="3190481" y="2362775"/>
              <a:ext cx="727379" cy="1958400"/>
            </a:xfrm>
            <a:prstGeom prst="rect">
              <a:avLst/>
            </a:prstGeom>
            <a:gradFill flip="none" rotWithShape="1">
              <a:gsLst>
                <a:gs pos="0">
                  <a:srgbClr val="CFCFCF"/>
                </a:gs>
                <a:gs pos="9000">
                  <a:srgbClr val="CFCFCF"/>
                </a:gs>
                <a:gs pos="84000">
                  <a:srgbClr val="CFCFCF"/>
                </a:gs>
                <a:gs pos="100000">
                  <a:srgbClr val="95959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AF8506-2A39-7F52-27BF-18096711AA4C}"/>
                </a:ext>
              </a:extLst>
            </p:cNvPr>
            <p:cNvSpPr/>
            <p:nvPr/>
          </p:nvSpPr>
          <p:spPr>
            <a:xfrm>
              <a:off x="6266332" y="2362775"/>
              <a:ext cx="1499543" cy="1958400"/>
            </a:xfrm>
            <a:prstGeom prst="rect">
              <a:avLst/>
            </a:prstGeom>
            <a:gradFill flip="none" rotWithShape="1">
              <a:gsLst>
                <a:gs pos="87000">
                  <a:srgbClr val="EBEBEB"/>
                </a:gs>
                <a:gs pos="100000">
                  <a:srgbClr val="E6E6E6"/>
                </a:gs>
                <a:gs pos="6000">
                  <a:srgbClr val="EDEDED"/>
                </a:gs>
                <a:gs pos="0">
                  <a:srgbClr val="D6D6D6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" panose="02040503050406030204" pitchFamily="18" charset="0"/>
                  <a:cs typeface="Adelle Sans Devanagari" panose="02000503000000020004" pitchFamily="2" charset="-78"/>
                </a:rPr>
                <a:t>Copyright 2025 – All rights reserved</a:t>
              </a:r>
            </a:p>
            <a:p>
              <a:pPr algn="ctr">
                <a:lnSpc>
                  <a:spcPct val="150000"/>
                </a:lnSpc>
              </a:pPr>
              <a:r>
                <a:rPr lang="en-US" sz="35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" panose="02040503050406030204" pitchFamily="18" charset="0"/>
                  <a:cs typeface="Adelle Sans Devanagari" panose="02000503000000020004" pitchFamily="2" charset="-78"/>
                </a:rPr>
                <a:t>www.henrykim.ca</a:t>
              </a:r>
              <a:endParaRPr lang="en-US" sz="35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cs typeface="Adelle Sans Devanagari" panose="02000503000000020004" pitchFamily="2" charset="-7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F0C0C0-7DC0-2E3A-35A3-2D6A9803F97E}"/>
                </a:ext>
              </a:extLst>
            </p:cNvPr>
            <p:cNvSpPr/>
            <p:nvPr/>
          </p:nvSpPr>
          <p:spPr>
            <a:xfrm>
              <a:off x="4699700" y="2362776"/>
              <a:ext cx="3600" cy="19584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282314-40F6-2B0B-6D08-C6824C9D508C}"/>
                </a:ext>
              </a:extLst>
            </p:cNvPr>
            <p:cNvSpPr/>
            <p:nvPr/>
          </p:nvSpPr>
          <p:spPr>
            <a:xfrm>
              <a:off x="1558932" y="2362776"/>
              <a:ext cx="3600" cy="19584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346D12-3E7E-C9B5-D841-0C09798563EE}"/>
                </a:ext>
              </a:extLst>
            </p:cNvPr>
            <p:cNvSpPr/>
            <p:nvPr/>
          </p:nvSpPr>
          <p:spPr>
            <a:xfrm>
              <a:off x="3911847" y="2362775"/>
              <a:ext cx="786705" cy="1958400"/>
            </a:xfrm>
            <a:prstGeom prst="rect">
              <a:avLst/>
            </a:prstGeom>
            <a:gradFill flip="none" rotWithShape="1">
              <a:gsLst>
                <a:gs pos="0">
                  <a:srgbClr val="E8E8E8"/>
                </a:gs>
                <a:gs pos="9000">
                  <a:srgbClr val="E8E8E8"/>
                </a:gs>
                <a:gs pos="91000">
                  <a:srgbClr val="E8E8E8"/>
                </a:gs>
                <a:gs pos="99000">
                  <a:srgbClr val="CFCFC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</p:spTree>
    <p:extLst>
      <p:ext uri="{BB962C8B-B14F-4D97-AF65-F5344CB8AC3E}">
        <p14:creationId xmlns:p14="http://schemas.microsoft.com/office/powerpoint/2010/main" val="245001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wall with a shelf&#10;&#10;AI-generated content may be incorrect.">
            <a:extLst>
              <a:ext uri="{FF2B5EF4-FFF2-40B4-BE49-F238E27FC236}">
                <a16:creationId xmlns:a16="http://schemas.microsoft.com/office/drawing/2014/main" id="{814FD974-872C-FCB6-9AFF-0B2A7EAD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"/>
            <a:ext cx="7772400" cy="19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2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22</Words>
  <Application>Microsoft Macintosh PowerPoint</Application>
  <PresentationFormat>Custom</PresentationFormat>
  <Paragraphs>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Book Antiqua</vt:lpstr>
      <vt:lpstr>Cambria</vt:lpstr>
      <vt:lpstr>David</vt:lpstr>
      <vt:lpstr>Lucida Calligraphy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KIM</dc:creator>
  <cp:lastModifiedBy>Henry KIM</cp:lastModifiedBy>
  <cp:revision>1</cp:revision>
  <dcterms:created xsi:type="dcterms:W3CDTF">2025-12-23T08:48:57Z</dcterms:created>
  <dcterms:modified xsi:type="dcterms:W3CDTF">2025-12-23T10:06:19Z</dcterms:modified>
</cp:coreProperties>
</file>